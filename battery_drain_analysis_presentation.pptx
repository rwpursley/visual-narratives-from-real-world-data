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782C1B-1829-4F2F-8409-DFD47636DF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7A24570F-7969-4DB5-87F9-BD58CC68EDD7}">
      <dgm:prSet/>
      <dgm:spPr/>
      <dgm:t>
        <a:bodyPr/>
        <a:lstStyle/>
        <a:p>
          <a:r>
            <a:rPr lang="en-US"/>
            <a:t>Module 6: Visual Narratives from Real‑World Data</a:t>
          </a:r>
        </a:p>
      </dgm:t>
    </dgm:pt>
    <dgm:pt modelId="{B7F1D6AE-633C-4B30-AAAA-1B2AC74684EE}" type="parTrans" cxnId="{666BDB00-15BC-497B-9A32-F8FF63F1F718}">
      <dgm:prSet/>
      <dgm:spPr/>
      <dgm:t>
        <a:bodyPr/>
        <a:lstStyle/>
        <a:p>
          <a:endParaRPr lang="en-US"/>
        </a:p>
      </dgm:t>
    </dgm:pt>
    <dgm:pt modelId="{AE667F8D-7AD1-481B-95DC-5E2E991368E3}" type="sibTrans" cxnId="{666BDB00-15BC-497B-9A32-F8FF63F1F718}">
      <dgm:prSet/>
      <dgm:spPr/>
      <dgm:t>
        <a:bodyPr/>
        <a:lstStyle/>
        <a:p>
          <a:endParaRPr lang="en-US"/>
        </a:p>
      </dgm:t>
    </dgm:pt>
    <dgm:pt modelId="{F9BDFB3A-578B-4445-A639-EFEE2B108761}">
      <dgm:prSet/>
      <dgm:spPr/>
      <dgm:t>
        <a:bodyPr/>
        <a:lstStyle/>
        <a:p>
          <a:r>
            <a:rPr lang="en-US"/>
            <a:t>Name: Ryan Pursley</a:t>
          </a:r>
        </a:p>
      </dgm:t>
    </dgm:pt>
    <dgm:pt modelId="{D6E1C913-8F1C-4151-AE81-FB21BA51C49C}" type="parTrans" cxnId="{B71D7739-896D-4101-A313-575C002489AF}">
      <dgm:prSet/>
      <dgm:spPr/>
      <dgm:t>
        <a:bodyPr/>
        <a:lstStyle/>
        <a:p>
          <a:endParaRPr lang="en-US"/>
        </a:p>
      </dgm:t>
    </dgm:pt>
    <dgm:pt modelId="{19DC7A89-B31D-40F2-8E5A-482BA1D890EF}" type="sibTrans" cxnId="{B71D7739-896D-4101-A313-575C002489AF}">
      <dgm:prSet/>
      <dgm:spPr/>
      <dgm:t>
        <a:bodyPr/>
        <a:lstStyle/>
        <a:p>
          <a:endParaRPr lang="en-US"/>
        </a:p>
      </dgm:t>
    </dgm:pt>
    <dgm:pt modelId="{01A93984-0BEC-4036-85A1-F15857B752EA}">
      <dgm:prSet/>
      <dgm:spPr/>
      <dgm:t>
        <a:bodyPr/>
        <a:lstStyle/>
        <a:p>
          <a:r>
            <a:rPr lang="en-US"/>
            <a:t>Course: Generative AI Data Analyst</a:t>
          </a:r>
        </a:p>
      </dgm:t>
    </dgm:pt>
    <dgm:pt modelId="{83FC1217-664F-4E27-BD36-2395046C1718}" type="parTrans" cxnId="{3ADEBA94-A546-44D7-9815-CAA8F0414980}">
      <dgm:prSet/>
      <dgm:spPr/>
      <dgm:t>
        <a:bodyPr/>
        <a:lstStyle/>
        <a:p>
          <a:endParaRPr lang="en-US"/>
        </a:p>
      </dgm:t>
    </dgm:pt>
    <dgm:pt modelId="{581DCBEF-CB4B-4B4E-86BF-395EE56529F4}" type="sibTrans" cxnId="{3ADEBA94-A546-44D7-9815-CAA8F0414980}">
      <dgm:prSet/>
      <dgm:spPr/>
      <dgm:t>
        <a:bodyPr/>
        <a:lstStyle/>
        <a:p>
          <a:endParaRPr lang="en-US"/>
        </a:p>
      </dgm:t>
    </dgm:pt>
    <dgm:pt modelId="{46963E5B-4218-44EB-A3D0-65A7E607AA8F}" type="pres">
      <dgm:prSet presAssocID="{FC782C1B-1829-4F2F-8409-DFD47636DF72}" presName="root" presStyleCnt="0">
        <dgm:presLayoutVars>
          <dgm:dir/>
          <dgm:resizeHandles val="exact"/>
        </dgm:presLayoutVars>
      </dgm:prSet>
      <dgm:spPr/>
    </dgm:pt>
    <dgm:pt modelId="{0A781C8A-CBAD-49D0-AF68-8ECF67E51A76}" type="pres">
      <dgm:prSet presAssocID="{7A24570F-7969-4DB5-87F9-BD58CC68EDD7}" presName="compNode" presStyleCnt="0"/>
      <dgm:spPr/>
    </dgm:pt>
    <dgm:pt modelId="{EFF97C2A-FAD9-41BB-8CC5-8339272753DE}" type="pres">
      <dgm:prSet presAssocID="{7A24570F-7969-4DB5-87F9-BD58CC68EDD7}" presName="bgRect" presStyleLbl="bgShp" presStyleIdx="0" presStyleCnt="3"/>
      <dgm:spPr/>
    </dgm:pt>
    <dgm:pt modelId="{EA7B1CC3-0AA4-4548-8561-570B1CE26D78}" type="pres">
      <dgm:prSet presAssocID="{7A24570F-7969-4DB5-87F9-BD58CC68ED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22215E9C-E6E6-4FE2-8C1E-83EA938E02B1}" type="pres">
      <dgm:prSet presAssocID="{7A24570F-7969-4DB5-87F9-BD58CC68EDD7}" presName="spaceRect" presStyleCnt="0"/>
      <dgm:spPr/>
    </dgm:pt>
    <dgm:pt modelId="{CC52DBBB-BBFB-440C-8A2D-09C6615ACCB2}" type="pres">
      <dgm:prSet presAssocID="{7A24570F-7969-4DB5-87F9-BD58CC68EDD7}" presName="parTx" presStyleLbl="revTx" presStyleIdx="0" presStyleCnt="3">
        <dgm:presLayoutVars>
          <dgm:chMax val="0"/>
          <dgm:chPref val="0"/>
        </dgm:presLayoutVars>
      </dgm:prSet>
      <dgm:spPr/>
    </dgm:pt>
    <dgm:pt modelId="{FCC43385-2B1F-4841-9C73-86257F807F0D}" type="pres">
      <dgm:prSet presAssocID="{AE667F8D-7AD1-481B-95DC-5E2E991368E3}" presName="sibTrans" presStyleCnt="0"/>
      <dgm:spPr/>
    </dgm:pt>
    <dgm:pt modelId="{33129EA2-8D65-48DD-8A76-269488EBF90D}" type="pres">
      <dgm:prSet presAssocID="{F9BDFB3A-578B-4445-A639-EFEE2B108761}" presName="compNode" presStyleCnt="0"/>
      <dgm:spPr/>
    </dgm:pt>
    <dgm:pt modelId="{F6052566-DA47-4CF3-944E-E39F4F563DDB}" type="pres">
      <dgm:prSet presAssocID="{F9BDFB3A-578B-4445-A639-EFEE2B108761}" presName="bgRect" presStyleLbl="bgShp" presStyleIdx="1" presStyleCnt="3"/>
      <dgm:spPr/>
    </dgm:pt>
    <dgm:pt modelId="{4E22D570-C8D5-415E-AC9D-6950643EC288}" type="pres">
      <dgm:prSet presAssocID="{F9BDFB3A-578B-4445-A639-EFEE2B1087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BAE5118-D090-4D3C-95D1-18B5444318DF}" type="pres">
      <dgm:prSet presAssocID="{F9BDFB3A-578B-4445-A639-EFEE2B108761}" presName="spaceRect" presStyleCnt="0"/>
      <dgm:spPr/>
    </dgm:pt>
    <dgm:pt modelId="{46D215B7-869A-4466-A47E-4ED4AFB308A2}" type="pres">
      <dgm:prSet presAssocID="{F9BDFB3A-578B-4445-A639-EFEE2B108761}" presName="parTx" presStyleLbl="revTx" presStyleIdx="1" presStyleCnt="3">
        <dgm:presLayoutVars>
          <dgm:chMax val="0"/>
          <dgm:chPref val="0"/>
        </dgm:presLayoutVars>
      </dgm:prSet>
      <dgm:spPr/>
    </dgm:pt>
    <dgm:pt modelId="{CE7B85E3-DB90-457D-AB37-6A1472845F0E}" type="pres">
      <dgm:prSet presAssocID="{19DC7A89-B31D-40F2-8E5A-482BA1D890EF}" presName="sibTrans" presStyleCnt="0"/>
      <dgm:spPr/>
    </dgm:pt>
    <dgm:pt modelId="{BDA22594-3437-4AAB-ADFE-44714F81C457}" type="pres">
      <dgm:prSet presAssocID="{01A93984-0BEC-4036-85A1-F15857B752EA}" presName="compNode" presStyleCnt="0"/>
      <dgm:spPr/>
    </dgm:pt>
    <dgm:pt modelId="{D7381E8D-377F-4C71-A680-C6454F998954}" type="pres">
      <dgm:prSet presAssocID="{01A93984-0BEC-4036-85A1-F15857B752EA}" presName="bgRect" presStyleLbl="bgShp" presStyleIdx="2" presStyleCnt="3"/>
      <dgm:spPr/>
    </dgm:pt>
    <dgm:pt modelId="{D5BC92D2-993D-487D-81A4-3483276E6FEF}" type="pres">
      <dgm:prSet presAssocID="{01A93984-0BEC-4036-85A1-F15857B752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C5D55BB-7F8F-4FFF-8EC9-52B212F37B1B}" type="pres">
      <dgm:prSet presAssocID="{01A93984-0BEC-4036-85A1-F15857B752EA}" presName="spaceRect" presStyleCnt="0"/>
      <dgm:spPr/>
    </dgm:pt>
    <dgm:pt modelId="{182805BE-1DFA-4627-9903-6D47614D48D2}" type="pres">
      <dgm:prSet presAssocID="{01A93984-0BEC-4036-85A1-F15857B752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66BDB00-15BC-497B-9A32-F8FF63F1F718}" srcId="{FC782C1B-1829-4F2F-8409-DFD47636DF72}" destId="{7A24570F-7969-4DB5-87F9-BD58CC68EDD7}" srcOrd="0" destOrd="0" parTransId="{B7F1D6AE-633C-4B30-AAAA-1B2AC74684EE}" sibTransId="{AE667F8D-7AD1-481B-95DC-5E2E991368E3}"/>
    <dgm:cxn modelId="{D445162F-253F-4294-8823-9241B6866945}" type="presOf" srcId="{7A24570F-7969-4DB5-87F9-BD58CC68EDD7}" destId="{CC52DBBB-BBFB-440C-8A2D-09C6615ACCB2}" srcOrd="0" destOrd="0" presId="urn:microsoft.com/office/officeart/2018/2/layout/IconVerticalSolidList"/>
    <dgm:cxn modelId="{B71D7739-896D-4101-A313-575C002489AF}" srcId="{FC782C1B-1829-4F2F-8409-DFD47636DF72}" destId="{F9BDFB3A-578B-4445-A639-EFEE2B108761}" srcOrd="1" destOrd="0" parTransId="{D6E1C913-8F1C-4151-AE81-FB21BA51C49C}" sibTransId="{19DC7A89-B31D-40F2-8E5A-482BA1D890EF}"/>
    <dgm:cxn modelId="{9474B555-D3E3-4130-8933-51FE4E868ED3}" type="presOf" srcId="{FC782C1B-1829-4F2F-8409-DFD47636DF72}" destId="{46963E5B-4218-44EB-A3D0-65A7E607AA8F}" srcOrd="0" destOrd="0" presId="urn:microsoft.com/office/officeart/2018/2/layout/IconVerticalSolidList"/>
    <dgm:cxn modelId="{3ADEBA94-A546-44D7-9815-CAA8F0414980}" srcId="{FC782C1B-1829-4F2F-8409-DFD47636DF72}" destId="{01A93984-0BEC-4036-85A1-F15857B752EA}" srcOrd="2" destOrd="0" parTransId="{83FC1217-664F-4E27-BD36-2395046C1718}" sibTransId="{581DCBEF-CB4B-4B4E-86BF-395EE56529F4}"/>
    <dgm:cxn modelId="{1DCE2E98-9EDE-468F-8278-8D5F969A55F6}" type="presOf" srcId="{F9BDFB3A-578B-4445-A639-EFEE2B108761}" destId="{46D215B7-869A-4466-A47E-4ED4AFB308A2}" srcOrd="0" destOrd="0" presId="urn:microsoft.com/office/officeart/2018/2/layout/IconVerticalSolidList"/>
    <dgm:cxn modelId="{3C801FC2-A147-4AF5-AFF0-FDF58E0CB9FF}" type="presOf" srcId="{01A93984-0BEC-4036-85A1-F15857B752EA}" destId="{182805BE-1DFA-4627-9903-6D47614D48D2}" srcOrd="0" destOrd="0" presId="urn:microsoft.com/office/officeart/2018/2/layout/IconVerticalSolidList"/>
    <dgm:cxn modelId="{CD7413ED-33F3-4E16-A73D-4BB45C73FDEE}" type="presParOf" srcId="{46963E5B-4218-44EB-A3D0-65A7E607AA8F}" destId="{0A781C8A-CBAD-49D0-AF68-8ECF67E51A76}" srcOrd="0" destOrd="0" presId="urn:microsoft.com/office/officeart/2018/2/layout/IconVerticalSolidList"/>
    <dgm:cxn modelId="{24A66399-5B7A-433C-9203-FF8DBE5B4AF1}" type="presParOf" srcId="{0A781C8A-CBAD-49D0-AF68-8ECF67E51A76}" destId="{EFF97C2A-FAD9-41BB-8CC5-8339272753DE}" srcOrd="0" destOrd="0" presId="urn:microsoft.com/office/officeart/2018/2/layout/IconVerticalSolidList"/>
    <dgm:cxn modelId="{662789D1-D9E0-4565-A541-4D154C77FA3B}" type="presParOf" srcId="{0A781C8A-CBAD-49D0-AF68-8ECF67E51A76}" destId="{EA7B1CC3-0AA4-4548-8561-570B1CE26D78}" srcOrd="1" destOrd="0" presId="urn:microsoft.com/office/officeart/2018/2/layout/IconVerticalSolidList"/>
    <dgm:cxn modelId="{BB0FCFFF-38C9-4FB3-A7C8-804CE3074B83}" type="presParOf" srcId="{0A781C8A-CBAD-49D0-AF68-8ECF67E51A76}" destId="{22215E9C-E6E6-4FE2-8C1E-83EA938E02B1}" srcOrd="2" destOrd="0" presId="urn:microsoft.com/office/officeart/2018/2/layout/IconVerticalSolidList"/>
    <dgm:cxn modelId="{094BADDA-0A84-4AAF-A03A-551694032F3E}" type="presParOf" srcId="{0A781C8A-CBAD-49D0-AF68-8ECF67E51A76}" destId="{CC52DBBB-BBFB-440C-8A2D-09C6615ACCB2}" srcOrd="3" destOrd="0" presId="urn:microsoft.com/office/officeart/2018/2/layout/IconVerticalSolidList"/>
    <dgm:cxn modelId="{902A6920-703C-4B66-AE12-B158BBC1F4F4}" type="presParOf" srcId="{46963E5B-4218-44EB-A3D0-65A7E607AA8F}" destId="{FCC43385-2B1F-4841-9C73-86257F807F0D}" srcOrd="1" destOrd="0" presId="urn:microsoft.com/office/officeart/2018/2/layout/IconVerticalSolidList"/>
    <dgm:cxn modelId="{42EE0493-0283-4D0A-91C9-B7F365F362A4}" type="presParOf" srcId="{46963E5B-4218-44EB-A3D0-65A7E607AA8F}" destId="{33129EA2-8D65-48DD-8A76-269488EBF90D}" srcOrd="2" destOrd="0" presId="urn:microsoft.com/office/officeart/2018/2/layout/IconVerticalSolidList"/>
    <dgm:cxn modelId="{5CA447C4-EB0B-412C-B1F8-5B095928B126}" type="presParOf" srcId="{33129EA2-8D65-48DD-8A76-269488EBF90D}" destId="{F6052566-DA47-4CF3-944E-E39F4F563DDB}" srcOrd="0" destOrd="0" presId="urn:microsoft.com/office/officeart/2018/2/layout/IconVerticalSolidList"/>
    <dgm:cxn modelId="{0CA91301-F93A-4688-87EF-1E1967E683C6}" type="presParOf" srcId="{33129EA2-8D65-48DD-8A76-269488EBF90D}" destId="{4E22D570-C8D5-415E-AC9D-6950643EC288}" srcOrd="1" destOrd="0" presId="urn:microsoft.com/office/officeart/2018/2/layout/IconVerticalSolidList"/>
    <dgm:cxn modelId="{BC51C1D1-C10F-4D14-982E-92CF1CB16DC3}" type="presParOf" srcId="{33129EA2-8D65-48DD-8A76-269488EBF90D}" destId="{FBAE5118-D090-4D3C-95D1-18B5444318DF}" srcOrd="2" destOrd="0" presId="urn:microsoft.com/office/officeart/2018/2/layout/IconVerticalSolidList"/>
    <dgm:cxn modelId="{96FAAF35-840D-4AAF-976F-4F7EAFA777F5}" type="presParOf" srcId="{33129EA2-8D65-48DD-8A76-269488EBF90D}" destId="{46D215B7-869A-4466-A47E-4ED4AFB308A2}" srcOrd="3" destOrd="0" presId="urn:microsoft.com/office/officeart/2018/2/layout/IconVerticalSolidList"/>
    <dgm:cxn modelId="{14DD6BFF-8EBA-48EB-A95C-84C87E4525CA}" type="presParOf" srcId="{46963E5B-4218-44EB-A3D0-65A7E607AA8F}" destId="{CE7B85E3-DB90-457D-AB37-6A1472845F0E}" srcOrd="3" destOrd="0" presId="urn:microsoft.com/office/officeart/2018/2/layout/IconVerticalSolidList"/>
    <dgm:cxn modelId="{D1AC6F5C-3AFC-4EC8-897E-F5657516457D}" type="presParOf" srcId="{46963E5B-4218-44EB-A3D0-65A7E607AA8F}" destId="{BDA22594-3437-4AAB-ADFE-44714F81C457}" srcOrd="4" destOrd="0" presId="urn:microsoft.com/office/officeart/2018/2/layout/IconVerticalSolidList"/>
    <dgm:cxn modelId="{0C2944B1-173D-4825-AF95-B970163DBE32}" type="presParOf" srcId="{BDA22594-3437-4AAB-ADFE-44714F81C457}" destId="{D7381E8D-377F-4C71-A680-C6454F998954}" srcOrd="0" destOrd="0" presId="urn:microsoft.com/office/officeart/2018/2/layout/IconVerticalSolidList"/>
    <dgm:cxn modelId="{3B02FFB7-7405-45F6-A495-83BB979ECAD4}" type="presParOf" srcId="{BDA22594-3437-4AAB-ADFE-44714F81C457}" destId="{D5BC92D2-993D-487D-81A4-3483276E6FEF}" srcOrd="1" destOrd="0" presId="urn:microsoft.com/office/officeart/2018/2/layout/IconVerticalSolidList"/>
    <dgm:cxn modelId="{25854AEE-7C03-49A7-B1C3-3553BF8E2A1E}" type="presParOf" srcId="{BDA22594-3437-4AAB-ADFE-44714F81C457}" destId="{4C5D55BB-7F8F-4FFF-8EC9-52B212F37B1B}" srcOrd="2" destOrd="0" presId="urn:microsoft.com/office/officeart/2018/2/layout/IconVerticalSolidList"/>
    <dgm:cxn modelId="{9B3C596F-2386-4D6B-AC48-583A1FB76CE5}" type="presParOf" srcId="{BDA22594-3437-4AAB-ADFE-44714F81C457}" destId="{182805BE-1DFA-4627-9903-6D47614D48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751F17-CF1B-4EFA-BF46-0A0001B67F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C3A2E0-B62D-40A3-BF20-EA0FC138CF5E}">
      <dgm:prSet/>
      <dgm:spPr/>
      <dgm:t>
        <a:bodyPr/>
        <a:lstStyle/>
        <a:p>
          <a:r>
            <a:rPr lang="en-US"/>
            <a:t>Dataset contains smartphone usage and battery performance metrics</a:t>
          </a:r>
        </a:p>
      </dgm:t>
    </dgm:pt>
    <dgm:pt modelId="{3C4D2F77-AE09-4772-BFD8-9066C91C3A4C}" type="parTrans" cxnId="{4CE1B402-5846-418F-ACE3-A33E3E5B2995}">
      <dgm:prSet/>
      <dgm:spPr/>
      <dgm:t>
        <a:bodyPr/>
        <a:lstStyle/>
        <a:p>
          <a:endParaRPr lang="en-US"/>
        </a:p>
      </dgm:t>
    </dgm:pt>
    <dgm:pt modelId="{ADA0F2BF-9105-48DF-BD6E-EE9D7D3FA652}" type="sibTrans" cxnId="{4CE1B402-5846-418F-ACE3-A33E3E5B2995}">
      <dgm:prSet/>
      <dgm:spPr/>
      <dgm:t>
        <a:bodyPr/>
        <a:lstStyle/>
        <a:p>
          <a:endParaRPr lang="en-US"/>
        </a:p>
      </dgm:t>
    </dgm:pt>
    <dgm:pt modelId="{D4B6460E-EDD3-47CF-8B22-7430F641C4FC}">
      <dgm:prSet/>
      <dgm:spPr/>
      <dgm:t>
        <a:bodyPr/>
        <a:lstStyle/>
        <a:p>
          <a:r>
            <a:rPr lang="en-US"/>
            <a:t>Variables include CPU usage, screen brightness, RAM usage, temperature, and battery drain</a:t>
          </a:r>
        </a:p>
      </dgm:t>
    </dgm:pt>
    <dgm:pt modelId="{16403F64-DBA0-4D31-9743-B7E142D9CF07}" type="parTrans" cxnId="{E64C0363-779D-4285-99B9-DAA537D0D1BB}">
      <dgm:prSet/>
      <dgm:spPr/>
      <dgm:t>
        <a:bodyPr/>
        <a:lstStyle/>
        <a:p>
          <a:endParaRPr lang="en-US"/>
        </a:p>
      </dgm:t>
    </dgm:pt>
    <dgm:pt modelId="{A26A88FF-D85A-41B7-B2AC-5F7B7260FA5B}" type="sibTrans" cxnId="{E64C0363-779D-4285-99B9-DAA537D0D1BB}">
      <dgm:prSet/>
      <dgm:spPr/>
      <dgm:t>
        <a:bodyPr/>
        <a:lstStyle/>
        <a:p>
          <a:endParaRPr lang="en-US"/>
        </a:p>
      </dgm:t>
    </dgm:pt>
    <dgm:pt modelId="{42513F66-7E06-4A3D-97D0-258983058651}">
      <dgm:prSet/>
      <dgm:spPr/>
      <dgm:t>
        <a:bodyPr/>
        <a:lstStyle/>
        <a:p>
          <a:r>
            <a:rPr lang="en-US"/>
            <a:t>Goal: Identify factors that contribute most to smartphone battery consumption</a:t>
          </a:r>
        </a:p>
      </dgm:t>
    </dgm:pt>
    <dgm:pt modelId="{85BFB6FD-59D3-4678-9896-F47728E79B9D}" type="parTrans" cxnId="{FCFC40AD-D555-4CF3-8400-8A024EBD1803}">
      <dgm:prSet/>
      <dgm:spPr/>
      <dgm:t>
        <a:bodyPr/>
        <a:lstStyle/>
        <a:p>
          <a:endParaRPr lang="en-US"/>
        </a:p>
      </dgm:t>
    </dgm:pt>
    <dgm:pt modelId="{A3219770-EFD7-4346-93B9-4189916514A5}" type="sibTrans" cxnId="{FCFC40AD-D555-4CF3-8400-8A024EBD1803}">
      <dgm:prSet/>
      <dgm:spPr/>
      <dgm:t>
        <a:bodyPr/>
        <a:lstStyle/>
        <a:p>
          <a:endParaRPr lang="en-US"/>
        </a:p>
      </dgm:t>
    </dgm:pt>
    <dgm:pt modelId="{371CC8AE-8BA1-4E28-B877-6C5D8E411676}" type="pres">
      <dgm:prSet presAssocID="{71751F17-CF1B-4EFA-BF46-0A0001B67F9B}" presName="root" presStyleCnt="0">
        <dgm:presLayoutVars>
          <dgm:dir/>
          <dgm:resizeHandles val="exact"/>
        </dgm:presLayoutVars>
      </dgm:prSet>
      <dgm:spPr/>
    </dgm:pt>
    <dgm:pt modelId="{74F71E31-09D7-4EEB-A983-9566C42B9AA4}" type="pres">
      <dgm:prSet presAssocID="{FEC3A2E0-B62D-40A3-BF20-EA0FC138CF5E}" presName="compNode" presStyleCnt="0"/>
      <dgm:spPr/>
    </dgm:pt>
    <dgm:pt modelId="{A7FAFB5F-1407-4E95-A898-37D645670A63}" type="pres">
      <dgm:prSet presAssocID="{FEC3A2E0-B62D-40A3-BF20-EA0FC138CF5E}" presName="bgRect" presStyleLbl="bgShp" presStyleIdx="0" presStyleCnt="3"/>
      <dgm:spPr/>
    </dgm:pt>
    <dgm:pt modelId="{1FF6CAFC-E47D-4D0A-AEEB-AFFD199AA69C}" type="pres">
      <dgm:prSet presAssocID="{FEC3A2E0-B62D-40A3-BF20-EA0FC138CF5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0FE87FA-2C7E-4F66-8504-5707EC61F06B}" type="pres">
      <dgm:prSet presAssocID="{FEC3A2E0-B62D-40A3-BF20-EA0FC138CF5E}" presName="spaceRect" presStyleCnt="0"/>
      <dgm:spPr/>
    </dgm:pt>
    <dgm:pt modelId="{2404A457-2FA0-402A-A13D-4C94B75ED702}" type="pres">
      <dgm:prSet presAssocID="{FEC3A2E0-B62D-40A3-BF20-EA0FC138CF5E}" presName="parTx" presStyleLbl="revTx" presStyleIdx="0" presStyleCnt="3">
        <dgm:presLayoutVars>
          <dgm:chMax val="0"/>
          <dgm:chPref val="0"/>
        </dgm:presLayoutVars>
      </dgm:prSet>
      <dgm:spPr/>
    </dgm:pt>
    <dgm:pt modelId="{FA10B154-67C9-47A9-8764-CDD052884956}" type="pres">
      <dgm:prSet presAssocID="{ADA0F2BF-9105-48DF-BD6E-EE9D7D3FA652}" presName="sibTrans" presStyleCnt="0"/>
      <dgm:spPr/>
    </dgm:pt>
    <dgm:pt modelId="{03EA3542-F253-4CA2-8462-7EACE30EFA20}" type="pres">
      <dgm:prSet presAssocID="{D4B6460E-EDD3-47CF-8B22-7430F641C4FC}" presName="compNode" presStyleCnt="0"/>
      <dgm:spPr/>
    </dgm:pt>
    <dgm:pt modelId="{3D6B8E93-4EBB-4A80-B7CD-942AF66B9AA1}" type="pres">
      <dgm:prSet presAssocID="{D4B6460E-EDD3-47CF-8B22-7430F641C4FC}" presName="bgRect" presStyleLbl="bgShp" presStyleIdx="1" presStyleCnt="3"/>
      <dgm:spPr/>
    </dgm:pt>
    <dgm:pt modelId="{64E5FF3C-0B49-4A43-8DB3-9679B5292AE0}" type="pres">
      <dgm:prSet presAssocID="{D4B6460E-EDD3-47CF-8B22-7430F641C4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A6E3659-760C-4595-A109-023A35C879DF}" type="pres">
      <dgm:prSet presAssocID="{D4B6460E-EDD3-47CF-8B22-7430F641C4FC}" presName="spaceRect" presStyleCnt="0"/>
      <dgm:spPr/>
    </dgm:pt>
    <dgm:pt modelId="{5B892414-A3AD-4807-AAB4-A76B883ED31B}" type="pres">
      <dgm:prSet presAssocID="{D4B6460E-EDD3-47CF-8B22-7430F641C4FC}" presName="parTx" presStyleLbl="revTx" presStyleIdx="1" presStyleCnt="3">
        <dgm:presLayoutVars>
          <dgm:chMax val="0"/>
          <dgm:chPref val="0"/>
        </dgm:presLayoutVars>
      </dgm:prSet>
      <dgm:spPr/>
    </dgm:pt>
    <dgm:pt modelId="{F3EB9428-5524-43AD-ADF6-028AA58FB6D1}" type="pres">
      <dgm:prSet presAssocID="{A26A88FF-D85A-41B7-B2AC-5F7B7260FA5B}" presName="sibTrans" presStyleCnt="0"/>
      <dgm:spPr/>
    </dgm:pt>
    <dgm:pt modelId="{DA2DC112-CD17-414D-B14E-59C1A02E5824}" type="pres">
      <dgm:prSet presAssocID="{42513F66-7E06-4A3D-97D0-258983058651}" presName="compNode" presStyleCnt="0"/>
      <dgm:spPr/>
    </dgm:pt>
    <dgm:pt modelId="{98620318-D0D0-4FF8-B36F-3542B8D1046E}" type="pres">
      <dgm:prSet presAssocID="{42513F66-7E06-4A3D-97D0-258983058651}" presName="bgRect" presStyleLbl="bgShp" presStyleIdx="2" presStyleCnt="3"/>
      <dgm:spPr/>
    </dgm:pt>
    <dgm:pt modelId="{58317112-D27B-4C32-A2ED-56BB270EB0C1}" type="pres">
      <dgm:prSet presAssocID="{42513F66-7E06-4A3D-97D0-2589830586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31832649-7527-4D40-8355-E4AA60806D52}" type="pres">
      <dgm:prSet presAssocID="{42513F66-7E06-4A3D-97D0-258983058651}" presName="spaceRect" presStyleCnt="0"/>
      <dgm:spPr/>
    </dgm:pt>
    <dgm:pt modelId="{FB9DB548-0848-479B-8248-8E306FC28BDF}" type="pres">
      <dgm:prSet presAssocID="{42513F66-7E06-4A3D-97D0-2589830586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A72702-D5BC-48EA-9DD0-0176DDEAB5BF}" type="presOf" srcId="{FEC3A2E0-B62D-40A3-BF20-EA0FC138CF5E}" destId="{2404A457-2FA0-402A-A13D-4C94B75ED702}" srcOrd="0" destOrd="0" presId="urn:microsoft.com/office/officeart/2018/2/layout/IconVerticalSolidList"/>
    <dgm:cxn modelId="{4CE1B402-5846-418F-ACE3-A33E3E5B2995}" srcId="{71751F17-CF1B-4EFA-BF46-0A0001B67F9B}" destId="{FEC3A2E0-B62D-40A3-BF20-EA0FC138CF5E}" srcOrd="0" destOrd="0" parTransId="{3C4D2F77-AE09-4772-BFD8-9066C91C3A4C}" sibTransId="{ADA0F2BF-9105-48DF-BD6E-EE9D7D3FA652}"/>
    <dgm:cxn modelId="{E64C0363-779D-4285-99B9-DAA537D0D1BB}" srcId="{71751F17-CF1B-4EFA-BF46-0A0001B67F9B}" destId="{D4B6460E-EDD3-47CF-8B22-7430F641C4FC}" srcOrd="1" destOrd="0" parTransId="{16403F64-DBA0-4D31-9743-B7E142D9CF07}" sibTransId="{A26A88FF-D85A-41B7-B2AC-5F7B7260FA5B}"/>
    <dgm:cxn modelId="{82576965-4D6B-4E1E-A9C8-9D7D7BF5532D}" type="presOf" srcId="{42513F66-7E06-4A3D-97D0-258983058651}" destId="{FB9DB548-0848-479B-8248-8E306FC28BDF}" srcOrd="0" destOrd="0" presId="urn:microsoft.com/office/officeart/2018/2/layout/IconVerticalSolidList"/>
    <dgm:cxn modelId="{91454476-99F7-46B7-A769-DC367EB0C88E}" type="presOf" srcId="{D4B6460E-EDD3-47CF-8B22-7430F641C4FC}" destId="{5B892414-A3AD-4807-AAB4-A76B883ED31B}" srcOrd="0" destOrd="0" presId="urn:microsoft.com/office/officeart/2018/2/layout/IconVerticalSolidList"/>
    <dgm:cxn modelId="{26F32694-B2BB-4A29-A5E1-C1F491532FC1}" type="presOf" srcId="{71751F17-CF1B-4EFA-BF46-0A0001B67F9B}" destId="{371CC8AE-8BA1-4E28-B877-6C5D8E411676}" srcOrd="0" destOrd="0" presId="urn:microsoft.com/office/officeart/2018/2/layout/IconVerticalSolidList"/>
    <dgm:cxn modelId="{FCFC40AD-D555-4CF3-8400-8A024EBD1803}" srcId="{71751F17-CF1B-4EFA-BF46-0A0001B67F9B}" destId="{42513F66-7E06-4A3D-97D0-258983058651}" srcOrd="2" destOrd="0" parTransId="{85BFB6FD-59D3-4678-9896-F47728E79B9D}" sibTransId="{A3219770-EFD7-4346-93B9-4189916514A5}"/>
    <dgm:cxn modelId="{38EB63AA-1B74-41F5-9142-1096544A19E4}" type="presParOf" srcId="{371CC8AE-8BA1-4E28-B877-6C5D8E411676}" destId="{74F71E31-09D7-4EEB-A983-9566C42B9AA4}" srcOrd="0" destOrd="0" presId="urn:microsoft.com/office/officeart/2018/2/layout/IconVerticalSolidList"/>
    <dgm:cxn modelId="{98F25CA1-E11D-4C80-9428-EB1B994B5704}" type="presParOf" srcId="{74F71E31-09D7-4EEB-A983-9566C42B9AA4}" destId="{A7FAFB5F-1407-4E95-A898-37D645670A63}" srcOrd="0" destOrd="0" presId="urn:microsoft.com/office/officeart/2018/2/layout/IconVerticalSolidList"/>
    <dgm:cxn modelId="{52F9B973-7DEC-4294-BC81-13CD62DA6F86}" type="presParOf" srcId="{74F71E31-09D7-4EEB-A983-9566C42B9AA4}" destId="{1FF6CAFC-E47D-4D0A-AEEB-AFFD199AA69C}" srcOrd="1" destOrd="0" presId="urn:microsoft.com/office/officeart/2018/2/layout/IconVerticalSolidList"/>
    <dgm:cxn modelId="{16261A2A-207D-4053-9970-B22EC7E8580E}" type="presParOf" srcId="{74F71E31-09D7-4EEB-A983-9566C42B9AA4}" destId="{60FE87FA-2C7E-4F66-8504-5707EC61F06B}" srcOrd="2" destOrd="0" presId="urn:microsoft.com/office/officeart/2018/2/layout/IconVerticalSolidList"/>
    <dgm:cxn modelId="{2E2A1A0A-F811-4785-B7CB-C435CCFA82C6}" type="presParOf" srcId="{74F71E31-09D7-4EEB-A983-9566C42B9AA4}" destId="{2404A457-2FA0-402A-A13D-4C94B75ED702}" srcOrd="3" destOrd="0" presId="urn:microsoft.com/office/officeart/2018/2/layout/IconVerticalSolidList"/>
    <dgm:cxn modelId="{866121F8-817A-4E88-A38A-0153F27EE335}" type="presParOf" srcId="{371CC8AE-8BA1-4E28-B877-6C5D8E411676}" destId="{FA10B154-67C9-47A9-8764-CDD052884956}" srcOrd="1" destOrd="0" presId="urn:microsoft.com/office/officeart/2018/2/layout/IconVerticalSolidList"/>
    <dgm:cxn modelId="{8D85A081-5FF4-4B31-90B2-2EFDE8C9AB99}" type="presParOf" srcId="{371CC8AE-8BA1-4E28-B877-6C5D8E411676}" destId="{03EA3542-F253-4CA2-8462-7EACE30EFA20}" srcOrd="2" destOrd="0" presId="urn:microsoft.com/office/officeart/2018/2/layout/IconVerticalSolidList"/>
    <dgm:cxn modelId="{23DFE47F-973C-4D0F-B229-B756B9E81BBE}" type="presParOf" srcId="{03EA3542-F253-4CA2-8462-7EACE30EFA20}" destId="{3D6B8E93-4EBB-4A80-B7CD-942AF66B9AA1}" srcOrd="0" destOrd="0" presId="urn:microsoft.com/office/officeart/2018/2/layout/IconVerticalSolidList"/>
    <dgm:cxn modelId="{07B053F6-7828-4862-8E5B-571A306D3BE2}" type="presParOf" srcId="{03EA3542-F253-4CA2-8462-7EACE30EFA20}" destId="{64E5FF3C-0B49-4A43-8DB3-9679B5292AE0}" srcOrd="1" destOrd="0" presId="urn:microsoft.com/office/officeart/2018/2/layout/IconVerticalSolidList"/>
    <dgm:cxn modelId="{CD0135C1-D929-4441-B162-8F489AB5AA8F}" type="presParOf" srcId="{03EA3542-F253-4CA2-8462-7EACE30EFA20}" destId="{4A6E3659-760C-4595-A109-023A35C879DF}" srcOrd="2" destOrd="0" presId="urn:microsoft.com/office/officeart/2018/2/layout/IconVerticalSolidList"/>
    <dgm:cxn modelId="{78119EAB-A604-4D58-B847-8433C8BB73FA}" type="presParOf" srcId="{03EA3542-F253-4CA2-8462-7EACE30EFA20}" destId="{5B892414-A3AD-4807-AAB4-A76B883ED31B}" srcOrd="3" destOrd="0" presId="urn:microsoft.com/office/officeart/2018/2/layout/IconVerticalSolidList"/>
    <dgm:cxn modelId="{86715BF0-F88D-4BD2-B0AC-609FD107682D}" type="presParOf" srcId="{371CC8AE-8BA1-4E28-B877-6C5D8E411676}" destId="{F3EB9428-5524-43AD-ADF6-028AA58FB6D1}" srcOrd="3" destOrd="0" presId="urn:microsoft.com/office/officeart/2018/2/layout/IconVerticalSolidList"/>
    <dgm:cxn modelId="{B4DF9275-EBCA-44E0-94C9-3EF0EFE9BE9D}" type="presParOf" srcId="{371CC8AE-8BA1-4E28-B877-6C5D8E411676}" destId="{DA2DC112-CD17-414D-B14E-59C1A02E5824}" srcOrd="4" destOrd="0" presId="urn:microsoft.com/office/officeart/2018/2/layout/IconVerticalSolidList"/>
    <dgm:cxn modelId="{63A2BB1B-04AD-4469-B43C-C77A46610A1E}" type="presParOf" srcId="{DA2DC112-CD17-414D-B14E-59C1A02E5824}" destId="{98620318-D0D0-4FF8-B36F-3542B8D1046E}" srcOrd="0" destOrd="0" presId="urn:microsoft.com/office/officeart/2018/2/layout/IconVerticalSolidList"/>
    <dgm:cxn modelId="{CB7555D2-FAE3-4EFF-ACD8-6EEACEBDACDD}" type="presParOf" srcId="{DA2DC112-CD17-414D-B14E-59C1A02E5824}" destId="{58317112-D27B-4C32-A2ED-56BB270EB0C1}" srcOrd="1" destOrd="0" presId="urn:microsoft.com/office/officeart/2018/2/layout/IconVerticalSolidList"/>
    <dgm:cxn modelId="{1CD72E46-AC8E-4206-8CC9-2FC6E97386C1}" type="presParOf" srcId="{DA2DC112-CD17-414D-B14E-59C1A02E5824}" destId="{31832649-7527-4D40-8355-E4AA60806D52}" srcOrd="2" destOrd="0" presId="urn:microsoft.com/office/officeart/2018/2/layout/IconVerticalSolidList"/>
    <dgm:cxn modelId="{D501792A-17F3-427E-8FC7-E1B14ADD162D}" type="presParOf" srcId="{DA2DC112-CD17-414D-B14E-59C1A02E5824}" destId="{FB9DB548-0848-479B-8248-8E306FC28B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2746ED-CF8B-496D-AB73-226CDB68D1BF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C8DB5A-FD14-4A2C-A72B-F74DDFD0CF54}">
      <dgm:prSet/>
      <dgm:spPr/>
      <dgm:t>
        <a:bodyPr/>
        <a:lstStyle/>
        <a:p>
          <a:r>
            <a:rPr lang="en-US"/>
            <a:t>Higher CPU usage increases battery drain</a:t>
          </a:r>
        </a:p>
      </dgm:t>
    </dgm:pt>
    <dgm:pt modelId="{DAA05D27-A4D3-4A5C-81E3-3F4EDCFAF1D1}" type="parTrans" cxnId="{43C87CC6-A31E-4F3D-8B48-E3A6688D5C80}">
      <dgm:prSet/>
      <dgm:spPr/>
      <dgm:t>
        <a:bodyPr/>
        <a:lstStyle/>
        <a:p>
          <a:endParaRPr lang="en-US"/>
        </a:p>
      </dgm:t>
    </dgm:pt>
    <dgm:pt modelId="{5DABF5F6-7F61-4940-989E-313CF5FD4F17}" type="sibTrans" cxnId="{43C87CC6-A31E-4F3D-8B48-E3A6688D5C80}">
      <dgm:prSet/>
      <dgm:spPr/>
      <dgm:t>
        <a:bodyPr/>
        <a:lstStyle/>
        <a:p>
          <a:endParaRPr lang="en-US"/>
        </a:p>
      </dgm:t>
    </dgm:pt>
    <dgm:pt modelId="{1146944B-BCCD-4CC1-9648-AE9696C98F0A}">
      <dgm:prSet/>
      <dgm:spPr/>
      <dgm:t>
        <a:bodyPr/>
        <a:lstStyle/>
        <a:p>
          <a:r>
            <a:rPr lang="en-US"/>
            <a:t>Screen brightness also contributes to battery consumption</a:t>
          </a:r>
        </a:p>
      </dgm:t>
    </dgm:pt>
    <dgm:pt modelId="{E7A62897-DD5B-420E-AB46-BCACC22861C9}" type="parTrans" cxnId="{2FCCB1BF-CCD2-4F31-8538-5DBFD00523EB}">
      <dgm:prSet/>
      <dgm:spPr/>
      <dgm:t>
        <a:bodyPr/>
        <a:lstStyle/>
        <a:p>
          <a:endParaRPr lang="en-US"/>
        </a:p>
      </dgm:t>
    </dgm:pt>
    <dgm:pt modelId="{094600DE-2030-40A6-AD9C-39B96751261F}" type="sibTrans" cxnId="{2FCCB1BF-CCD2-4F31-8538-5DBFD00523EB}">
      <dgm:prSet/>
      <dgm:spPr/>
      <dgm:t>
        <a:bodyPr/>
        <a:lstStyle/>
        <a:p>
          <a:endParaRPr lang="en-US"/>
        </a:p>
      </dgm:t>
    </dgm:pt>
    <dgm:pt modelId="{5659A145-C955-4AF9-A78B-23588BE6A731}">
      <dgm:prSet/>
      <dgm:spPr/>
      <dgm:t>
        <a:bodyPr/>
        <a:lstStyle/>
        <a:p>
          <a:r>
            <a:rPr lang="en-US"/>
            <a:t>Gaming and streaming are the most battery‑intensive activities</a:t>
          </a:r>
        </a:p>
      </dgm:t>
    </dgm:pt>
    <dgm:pt modelId="{6B640F3A-3F66-48D2-B1F7-E1FCAE4C22C9}" type="parTrans" cxnId="{70F74ABA-FABB-461F-8495-C46E39921E31}">
      <dgm:prSet/>
      <dgm:spPr/>
      <dgm:t>
        <a:bodyPr/>
        <a:lstStyle/>
        <a:p>
          <a:endParaRPr lang="en-US"/>
        </a:p>
      </dgm:t>
    </dgm:pt>
    <dgm:pt modelId="{524647C5-923A-45CC-816B-90D8CC5CEDE4}" type="sibTrans" cxnId="{70F74ABA-FABB-461F-8495-C46E39921E31}">
      <dgm:prSet/>
      <dgm:spPr/>
      <dgm:t>
        <a:bodyPr/>
        <a:lstStyle/>
        <a:p>
          <a:endParaRPr lang="en-US"/>
        </a:p>
      </dgm:t>
    </dgm:pt>
    <dgm:pt modelId="{1E6637AF-383E-4929-B0CC-37E7F4B0B2C2}">
      <dgm:prSet/>
      <dgm:spPr/>
      <dgm:t>
        <a:bodyPr/>
        <a:lstStyle/>
        <a:p>
          <a:r>
            <a:rPr lang="en-US"/>
            <a:t>Managing settings and usage habits can help extend battery life</a:t>
          </a:r>
        </a:p>
      </dgm:t>
    </dgm:pt>
    <dgm:pt modelId="{5350F69E-EC1D-41DA-9F19-B36EE94D907D}" type="parTrans" cxnId="{E788CB3A-1EC3-4A68-945D-3C54959F1BF3}">
      <dgm:prSet/>
      <dgm:spPr/>
      <dgm:t>
        <a:bodyPr/>
        <a:lstStyle/>
        <a:p>
          <a:endParaRPr lang="en-US"/>
        </a:p>
      </dgm:t>
    </dgm:pt>
    <dgm:pt modelId="{7046CBC5-F49E-4030-BDCF-1C25A0B48D7A}" type="sibTrans" cxnId="{E788CB3A-1EC3-4A68-945D-3C54959F1BF3}">
      <dgm:prSet/>
      <dgm:spPr/>
      <dgm:t>
        <a:bodyPr/>
        <a:lstStyle/>
        <a:p>
          <a:endParaRPr lang="en-US"/>
        </a:p>
      </dgm:t>
    </dgm:pt>
    <dgm:pt modelId="{FF90858D-8558-304C-9110-32148B2F293E}" type="pres">
      <dgm:prSet presAssocID="{262746ED-CF8B-496D-AB73-226CDB68D1B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BBB4F45-AED3-384A-947E-D7531B2EB290}" type="pres">
      <dgm:prSet presAssocID="{23C8DB5A-FD14-4A2C-A72B-F74DDFD0CF54}" presName="hierRoot1" presStyleCnt="0">
        <dgm:presLayoutVars>
          <dgm:hierBranch val="init"/>
        </dgm:presLayoutVars>
      </dgm:prSet>
      <dgm:spPr/>
    </dgm:pt>
    <dgm:pt modelId="{89CD8757-A802-A74D-B7A5-84BEEAE99768}" type="pres">
      <dgm:prSet presAssocID="{23C8DB5A-FD14-4A2C-A72B-F74DDFD0CF54}" presName="rootComposite1" presStyleCnt="0"/>
      <dgm:spPr/>
    </dgm:pt>
    <dgm:pt modelId="{48F46F39-87AD-6B47-9237-49E8C3A52BE0}" type="pres">
      <dgm:prSet presAssocID="{23C8DB5A-FD14-4A2C-A72B-F74DDFD0CF54}" presName="rootText1" presStyleLbl="node0" presStyleIdx="0" presStyleCnt="4">
        <dgm:presLayoutVars>
          <dgm:chPref val="3"/>
        </dgm:presLayoutVars>
      </dgm:prSet>
      <dgm:spPr/>
    </dgm:pt>
    <dgm:pt modelId="{6A47A0EB-98C4-604B-95D5-C9A9952C762C}" type="pres">
      <dgm:prSet presAssocID="{23C8DB5A-FD14-4A2C-A72B-F74DDFD0CF54}" presName="rootConnector1" presStyleLbl="node1" presStyleIdx="0" presStyleCnt="0"/>
      <dgm:spPr/>
    </dgm:pt>
    <dgm:pt modelId="{8F841484-36DF-5142-BACF-3DAAC7B4AED0}" type="pres">
      <dgm:prSet presAssocID="{23C8DB5A-FD14-4A2C-A72B-F74DDFD0CF54}" presName="hierChild2" presStyleCnt="0"/>
      <dgm:spPr/>
    </dgm:pt>
    <dgm:pt modelId="{D8B13CD9-BCAA-734F-8AB4-BBFBBA463B85}" type="pres">
      <dgm:prSet presAssocID="{23C8DB5A-FD14-4A2C-A72B-F74DDFD0CF54}" presName="hierChild3" presStyleCnt="0"/>
      <dgm:spPr/>
    </dgm:pt>
    <dgm:pt modelId="{AB1CF4FD-D4BF-7C4A-84AB-7D89783EB9DB}" type="pres">
      <dgm:prSet presAssocID="{1146944B-BCCD-4CC1-9648-AE9696C98F0A}" presName="hierRoot1" presStyleCnt="0">
        <dgm:presLayoutVars>
          <dgm:hierBranch val="init"/>
        </dgm:presLayoutVars>
      </dgm:prSet>
      <dgm:spPr/>
    </dgm:pt>
    <dgm:pt modelId="{605F5F36-7071-7346-9056-304190A3C734}" type="pres">
      <dgm:prSet presAssocID="{1146944B-BCCD-4CC1-9648-AE9696C98F0A}" presName="rootComposite1" presStyleCnt="0"/>
      <dgm:spPr/>
    </dgm:pt>
    <dgm:pt modelId="{03C55A9F-64E3-CE4B-B94C-DAA3750DA0F6}" type="pres">
      <dgm:prSet presAssocID="{1146944B-BCCD-4CC1-9648-AE9696C98F0A}" presName="rootText1" presStyleLbl="node0" presStyleIdx="1" presStyleCnt="4">
        <dgm:presLayoutVars>
          <dgm:chPref val="3"/>
        </dgm:presLayoutVars>
      </dgm:prSet>
      <dgm:spPr/>
    </dgm:pt>
    <dgm:pt modelId="{D75BCF24-67BF-7847-8A09-B1C9BCB3A25F}" type="pres">
      <dgm:prSet presAssocID="{1146944B-BCCD-4CC1-9648-AE9696C98F0A}" presName="rootConnector1" presStyleLbl="node1" presStyleIdx="0" presStyleCnt="0"/>
      <dgm:spPr/>
    </dgm:pt>
    <dgm:pt modelId="{5524FC89-4302-F447-A83B-23CE2A6C409D}" type="pres">
      <dgm:prSet presAssocID="{1146944B-BCCD-4CC1-9648-AE9696C98F0A}" presName="hierChild2" presStyleCnt="0"/>
      <dgm:spPr/>
    </dgm:pt>
    <dgm:pt modelId="{A21B69A1-8710-3547-8819-2289B1304C60}" type="pres">
      <dgm:prSet presAssocID="{1146944B-BCCD-4CC1-9648-AE9696C98F0A}" presName="hierChild3" presStyleCnt="0"/>
      <dgm:spPr/>
    </dgm:pt>
    <dgm:pt modelId="{5E22C13C-5171-EA42-B291-126E8C60E9F3}" type="pres">
      <dgm:prSet presAssocID="{5659A145-C955-4AF9-A78B-23588BE6A731}" presName="hierRoot1" presStyleCnt="0">
        <dgm:presLayoutVars>
          <dgm:hierBranch val="init"/>
        </dgm:presLayoutVars>
      </dgm:prSet>
      <dgm:spPr/>
    </dgm:pt>
    <dgm:pt modelId="{7FEE3D2E-A74F-C144-9EE4-515D95617F47}" type="pres">
      <dgm:prSet presAssocID="{5659A145-C955-4AF9-A78B-23588BE6A731}" presName="rootComposite1" presStyleCnt="0"/>
      <dgm:spPr/>
    </dgm:pt>
    <dgm:pt modelId="{464A78E0-1CAF-4749-AC41-4A8A73D4D830}" type="pres">
      <dgm:prSet presAssocID="{5659A145-C955-4AF9-A78B-23588BE6A731}" presName="rootText1" presStyleLbl="node0" presStyleIdx="2" presStyleCnt="4">
        <dgm:presLayoutVars>
          <dgm:chPref val="3"/>
        </dgm:presLayoutVars>
      </dgm:prSet>
      <dgm:spPr/>
    </dgm:pt>
    <dgm:pt modelId="{E3BFA4F8-7A4C-6F4E-B1C7-E145412AE169}" type="pres">
      <dgm:prSet presAssocID="{5659A145-C955-4AF9-A78B-23588BE6A731}" presName="rootConnector1" presStyleLbl="node1" presStyleIdx="0" presStyleCnt="0"/>
      <dgm:spPr/>
    </dgm:pt>
    <dgm:pt modelId="{CF8FAF4E-8FFC-5A4B-AFCC-179569722D80}" type="pres">
      <dgm:prSet presAssocID="{5659A145-C955-4AF9-A78B-23588BE6A731}" presName="hierChild2" presStyleCnt="0"/>
      <dgm:spPr/>
    </dgm:pt>
    <dgm:pt modelId="{7F60DB8D-5549-8A41-B312-42D807CF8A25}" type="pres">
      <dgm:prSet presAssocID="{5659A145-C955-4AF9-A78B-23588BE6A731}" presName="hierChild3" presStyleCnt="0"/>
      <dgm:spPr/>
    </dgm:pt>
    <dgm:pt modelId="{41C41F25-BE80-B04B-9BC3-EAF7115D996B}" type="pres">
      <dgm:prSet presAssocID="{1E6637AF-383E-4929-B0CC-37E7F4B0B2C2}" presName="hierRoot1" presStyleCnt="0">
        <dgm:presLayoutVars>
          <dgm:hierBranch val="init"/>
        </dgm:presLayoutVars>
      </dgm:prSet>
      <dgm:spPr/>
    </dgm:pt>
    <dgm:pt modelId="{101F3C8D-BC13-2942-B0CE-0A312FC825B9}" type="pres">
      <dgm:prSet presAssocID="{1E6637AF-383E-4929-B0CC-37E7F4B0B2C2}" presName="rootComposite1" presStyleCnt="0"/>
      <dgm:spPr/>
    </dgm:pt>
    <dgm:pt modelId="{B409433C-05C2-3A46-8391-D9CA09378B0B}" type="pres">
      <dgm:prSet presAssocID="{1E6637AF-383E-4929-B0CC-37E7F4B0B2C2}" presName="rootText1" presStyleLbl="node0" presStyleIdx="3" presStyleCnt="4">
        <dgm:presLayoutVars>
          <dgm:chPref val="3"/>
        </dgm:presLayoutVars>
      </dgm:prSet>
      <dgm:spPr/>
    </dgm:pt>
    <dgm:pt modelId="{9D3B77A2-15BC-5F42-9B50-CC0465D467C0}" type="pres">
      <dgm:prSet presAssocID="{1E6637AF-383E-4929-B0CC-37E7F4B0B2C2}" presName="rootConnector1" presStyleLbl="node1" presStyleIdx="0" presStyleCnt="0"/>
      <dgm:spPr/>
    </dgm:pt>
    <dgm:pt modelId="{4F5DA82B-35FA-5441-801B-B81D6C3F8D46}" type="pres">
      <dgm:prSet presAssocID="{1E6637AF-383E-4929-B0CC-37E7F4B0B2C2}" presName="hierChild2" presStyleCnt="0"/>
      <dgm:spPr/>
    </dgm:pt>
    <dgm:pt modelId="{5D03BAD5-276C-FD4E-99B8-A09A9C58E32C}" type="pres">
      <dgm:prSet presAssocID="{1E6637AF-383E-4929-B0CC-37E7F4B0B2C2}" presName="hierChild3" presStyleCnt="0"/>
      <dgm:spPr/>
    </dgm:pt>
  </dgm:ptLst>
  <dgm:cxnLst>
    <dgm:cxn modelId="{F9DA2605-6B44-0F42-8424-AA8FA3881378}" type="presOf" srcId="{23C8DB5A-FD14-4A2C-A72B-F74DDFD0CF54}" destId="{48F46F39-87AD-6B47-9237-49E8C3A52BE0}" srcOrd="0" destOrd="0" presId="urn:microsoft.com/office/officeart/2009/3/layout/HorizontalOrganizationChart"/>
    <dgm:cxn modelId="{76EE7912-09FB-7B4F-99F4-E649994D6435}" type="presOf" srcId="{1E6637AF-383E-4929-B0CC-37E7F4B0B2C2}" destId="{9D3B77A2-15BC-5F42-9B50-CC0465D467C0}" srcOrd="1" destOrd="0" presId="urn:microsoft.com/office/officeart/2009/3/layout/HorizontalOrganizationChart"/>
    <dgm:cxn modelId="{E788CB3A-1EC3-4A68-945D-3C54959F1BF3}" srcId="{262746ED-CF8B-496D-AB73-226CDB68D1BF}" destId="{1E6637AF-383E-4929-B0CC-37E7F4B0B2C2}" srcOrd="3" destOrd="0" parTransId="{5350F69E-EC1D-41DA-9F19-B36EE94D907D}" sibTransId="{7046CBC5-F49E-4030-BDCF-1C25A0B48D7A}"/>
    <dgm:cxn modelId="{A443845B-6300-BA4C-83E6-4B2F8CA1F99E}" type="presOf" srcId="{5659A145-C955-4AF9-A78B-23588BE6A731}" destId="{E3BFA4F8-7A4C-6F4E-B1C7-E145412AE169}" srcOrd="1" destOrd="0" presId="urn:microsoft.com/office/officeart/2009/3/layout/HorizontalOrganizationChart"/>
    <dgm:cxn modelId="{0676AD6C-52A0-FB4E-B4AE-96A8DDD349D3}" type="presOf" srcId="{5659A145-C955-4AF9-A78B-23588BE6A731}" destId="{464A78E0-1CAF-4749-AC41-4A8A73D4D830}" srcOrd="0" destOrd="0" presId="urn:microsoft.com/office/officeart/2009/3/layout/HorizontalOrganizationChart"/>
    <dgm:cxn modelId="{249DE68D-D366-8045-A0D2-C535D6A09D69}" type="presOf" srcId="{1146944B-BCCD-4CC1-9648-AE9696C98F0A}" destId="{D75BCF24-67BF-7847-8A09-B1C9BCB3A25F}" srcOrd="1" destOrd="0" presId="urn:microsoft.com/office/officeart/2009/3/layout/HorizontalOrganizationChart"/>
    <dgm:cxn modelId="{255BCFA6-2CB5-8345-BF80-6A6BA3F36213}" type="presOf" srcId="{23C8DB5A-FD14-4A2C-A72B-F74DDFD0CF54}" destId="{6A47A0EB-98C4-604B-95D5-C9A9952C762C}" srcOrd="1" destOrd="0" presId="urn:microsoft.com/office/officeart/2009/3/layout/HorizontalOrganizationChart"/>
    <dgm:cxn modelId="{70F74ABA-FABB-461F-8495-C46E39921E31}" srcId="{262746ED-CF8B-496D-AB73-226CDB68D1BF}" destId="{5659A145-C955-4AF9-A78B-23588BE6A731}" srcOrd="2" destOrd="0" parTransId="{6B640F3A-3F66-48D2-B1F7-E1FCAE4C22C9}" sibTransId="{524647C5-923A-45CC-816B-90D8CC5CEDE4}"/>
    <dgm:cxn modelId="{2FCCB1BF-CCD2-4F31-8538-5DBFD00523EB}" srcId="{262746ED-CF8B-496D-AB73-226CDB68D1BF}" destId="{1146944B-BCCD-4CC1-9648-AE9696C98F0A}" srcOrd="1" destOrd="0" parTransId="{E7A62897-DD5B-420E-AB46-BCACC22861C9}" sibTransId="{094600DE-2030-40A6-AD9C-39B96751261F}"/>
    <dgm:cxn modelId="{0E06EABF-493B-804B-9391-86A6E527D1A1}" type="presOf" srcId="{1146944B-BCCD-4CC1-9648-AE9696C98F0A}" destId="{03C55A9F-64E3-CE4B-B94C-DAA3750DA0F6}" srcOrd="0" destOrd="0" presId="urn:microsoft.com/office/officeart/2009/3/layout/HorizontalOrganizationChart"/>
    <dgm:cxn modelId="{43C87CC6-A31E-4F3D-8B48-E3A6688D5C80}" srcId="{262746ED-CF8B-496D-AB73-226CDB68D1BF}" destId="{23C8DB5A-FD14-4A2C-A72B-F74DDFD0CF54}" srcOrd="0" destOrd="0" parTransId="{DAA05D27-A4D3-4A5C-81E3-3F4EDCFAF1D1}" sibTransId="{5DABF5F6-7F61-4940-989E-313CF5FD4F17}"/>
    <dgm:cxn modelId="{DE9CA3EA-4781-8846-A588-13F16D298E69}" type="presOf" srcId="{1E6637AF-383E-4929-B0CC-37E7F4B0B2C2}" destId="{B409433C-05C2-3A46-8391-D9CA09378B0B}" srcOrd="0" destOrd="0" presId="urn:microsoft.com/office/officeart/2009/3/layout/HorizontalOrganizationChart"/>
    <dgm:cxn modelId="{59E048F1-60CD-C945-AB20-363D6156B9EE}" type="presOf" srcId="{262746ED-CF8B-496D-AB73-226CDB68D1BF}" destId="{FF90858D-8558-304C-9110-32148B2F293E}" srcOrd="0" destOrd="0" presId="urn:microsoft.com/office/officeart/2009/3/layout/HorizontalOrganizationChart"/>
    <dgm:cxn modelId="{24688F8E-A734-1646-9ED2-F463E21D7030}" type="presParOf" srcId="{FF90858D-8558-304C-9110-32148B2F293E}" destId="{2BBB4F45-AED3-384A-947E-D7531B2EB290}" srcOrd="0" destOrd="0" presId="urn:microsoft.com/office/officeart/2009/3/layout/HorizontalOrganizationChart"/>
    <dgm:cxn modelId="{F9D979B1-A160-8846-9285-B018F268364A}" type="presParOf" srcId="{2BBB4F45-AED3-384A-947E-D7531B2EB290}" destId="{89CD8757-A802-A74D-B7A5-84BEEAE99768}" srcOrd="0" destOrd="0" presId="urn:microsoft.com/office/officeart/2009/3/layout/HorizontalOrganizationChart"/>
    <dgm:cxn modelId="{C27E3E0A-CEF8-E441-ABF8-B2BA08FDB3BD}" type="presParOf" srcId="{89CD8757-A802-A74D-B7A5-84BEEAE99768}" destId="{48F46F39-87AD-6B47-9237-49E8C3A52BE0}" srcOrd="0" destOrd="0" presId="urn:microsoft.com/office/officeart/2009/3/layout/HorizontalOrganizationChart"/>
    <dgm:cxn modelId="{6AE82239-F1D0-A046-A64D-134EAEA1C201}" type="presParOf" srcId="{89CD8757-A802-A74D-B7A5-84BEEAE99768}" destId="{6A47A0EB-98C4-604B-95D5-C9A9952C762C}" srcOrd="1" destOrd="0" presId="urn:microsoft.com/office/officeart/2009/3/layout/HorizontalOrganizationChart"/>
    <dgm:cxn modelId="{79FC5672-4F70-FA4A-81D8-B0DAFB9EEDD3}" type="presParOf" srcId="{2BBB4F45-AED3-384A-947E-D7531B2EB290}" destId="{8F841484-36DF-5142-BACF-3DAAC7B4AED0}" srcOrd="1" destOrd="0" presId="urn:microsoft.com/office/officeart/2009/3/layout/HorizontalOrganizationChart"/>
    <dgm:cxn modelId="{BFA051D0-FCC2-6C42-A5A2-E7CC1717B4BD}" type="presParOf" srcId="{2BBB4F45-AED3-384A-947E-D7531B2EB290}" destId="{D8B13CD9-BCAA-734F-8AB4-BBFBBA463B85}" srcOrd="2" destOrd="0" presId="urn:microsoft.com/office/officeart/2009/3/layout/HorizontalOrganizationChart"/>
    <dgm:cxn modelId="{11BE449A-9C37-EA4D-A353-9B019A3E843F}" type="presParOf" srcId="{FF90858D-8558-304C-9110-32148B2F293E}" destId="{AB1CF4FD-D4BF-7C4A-84AB-7D89783EB9DB}" srcOrd="1" destOrd="0" presId="urn:microsoft.com/office/officeart/2009/3/layout/HorizontalOrganizationChart"/>
    <dgm:cxn modelId="{42CF5133-8D1F-244A-B947-C1F305E401D9}" type="presParOf" srcId="{AB1CF4FD-D4BF-7C4A-84AB-7D89783EB9DB}" destId="{605F5F36-7071-7346-9056-304190A3C734}" srcOrd="0" destOrd="0" presId="urn:microsoft.com/office/officeart/2009/3/layout/HorizontalOrganizationChart"/>
    <dgm:cxn modelId="{A18A2BA6-6C37-8444-B40D-66EE6C53403A}" type="presParOf" srcId="{605F5F36-7071-7346-9056-304190A3C734}" destId="{03C55A9F-64E3-CE4B-B94C-DAA3750DA0F6}" srcOrd="0" destOrd="0" presId="urn:microsoft.com/office/officeart/2009/3/layout/HorizontalOrganizationChart"/>
    <dgm:cxn modelId="{C2493661-F4EE-C744-A5A1-6E9A0E91BE57}" type="presParOf" srcId="{605F5F36-7071-7346-9056-304190A3C734}" destId="{D75BCF24-67BF-7847-8A09-B1C9BCB3A25F}" srcOrd="1" destOrd="0" presId="urn:microsoft.com/office/officeart/2009/3/layout/HorizontalOrganizationChart"/>
    <dgm:cxn modelId="{948CF1D2-15D0-744A-B2DC-EF86841B4224}" type="presParOf" srcId="{AB1CF4FD-D4BF-7C4A-84AB-7D89783EB9DB}" destId="{5524FC89-4302-F447-A83B-23CE2A6C409D}" srcOrd="1" destOrd="0" presId="urn:microsoft.com/office/officeart/2009/3/layout/HorizontalOrganizationChart"/>
    <dgm:cxn modelId="{6C21E589-EEB9-D746-9143-FD963E67307C}" type="presParOf" srcId="{AB1CF4FD-D4BF-7C4A-84AB-7D89783EB9DB}" destId="{A21B69A1-8710-3547-8819-2289B1304C60}" srcOrd="2" destOrd="0" presId="urn:microsoft.com/office/officeart/2009/3/layout/HorizontalOrganizationChart"/>
    <dgm:cxn modelId="{D13C2706-AD5E-6347-BB2B-9278A50C02F4}" type="presParOf" srcId="{FF90858D-8558-304C-9110-32148B2F293E}" destId="{5E22C13C-5171-EA42-B291-126E8C60E9F3}" srcOrd="2" destOrd="0" presId="urn:microsoft.com/office/officeart/2009/3/layout/HorizontalOrganizationChart"/>
    <dgm:cxn modelId="{008B8C68-D139-6941-81FD-785D4E1299DC}" type="presParOf" srcId="{5E22C13C-5171-EA42-B291-126E8C60E9F3}" destId="{7FEE3D2E-A74F-C144-9EE4-515D95617F47}" srcOrd="0" destOrd="0" presId="urn:microsoft.com/office/officeart/2009/3/layout/HorizontalOrganizationChart"/>
    <dgm:cxn modelId="{C49C0E46-71DB-7A42-94B8-77665F7F527B}" type="presParOf" srcId="{7FEE3D2E-A74F-C144-9EE4-515D95617F47}" destId="{464A78E0-1CAF-4749-AC41-4A8A73D4D830}" srcOrd="0" destOrd="0" presId="urn:microsoft.com/office/officeart/2009/3/layout/HorizontalOrganizationChart"/>
    <dgm:cxn modelId="{F84A1074-FF1B-4A45-8EBF-DCCDA73404AF}" type="presParOf" srcId="{7FEE3D2E-A74F-C144-9EE4-515D95617F47}" destId="{E3BFA4F8-7A4C-6F4E-B1C7-E145412AE169}" srcOrd="1" destOrd="0" presId="urn:microsoft.com/office/officeart/2009/3/layout/HorizontalOrganizationChart"/>
    <dgm:cxn modelId="{F3DF10C7-A0E4-6946-BFB8-4F56D9C628A7}" type="presParOf" srcId="{5E22C13C-5171-EA42-B291-126E8C60E9F3}" destId="{CF8FAF4E-8FFC-5A4B-AFCC-179569722D80}" srcOrd="1" destOrd="0" presId="urn:microsoft.com/office/officeart/2009/3/layout/HorizontalOrganizationChart"/>
    <dgm:cxn modelId="{1F624DAE-8C53-EC40-8621-1551733E0E2C}" type="presParOf" srcId="{5E22C13C-5171-EA42-B291-126E8C60E9F3}" destId="{7F60DB8D-5549-8A41-B312-42D807CF8A25}" srcOrd="2" destOrd="0" presId="urn:microsoft.com/office/officeart/2009/3/layout/HorizontalOrganizationChart"/>
    <dgm:cxn modelId="{C344A743-7933-2B47-B3D6-340972D796D5}" type="presParOf" srcId="{FF90858D-8558-304C-9110-32148B2F293E}" destId="{41C41F25-BE80-B04B-9BC3-EAF7115D996B}" srcOrd="3" destOrd="0" presId="urn:microsoft.com/office/officeart/2009/3/layout/HorizontalOrganizationChart"/>
    <dgm:cxn modelId="{3690F6DF-7AEC-8B4E-B9B2-0BE4E5BD37DB}" type="presParOf" srcId="{41C41F25-BE80-B04B-9BC3-EAF7115D996B}" destId="{101F3C8D-BC13-2942-B0CE-0A312FC825B9}" srcOrd="0" destOrd="0" presId="urn:microsoft.com/office/officeart/2009/3/layout/HorizontalOrganizationChart"/>
    <dgm:cxn modelId="{B92CFCA8-6A59-7542-A6AC-963A73C54BCE}" type="presParOf" srcId="{101F3C8D-BC13-2942-B0CE-0A312FC825B9}" destId="{B409433C-05C2-3A46-8391-D9CA09378B0B}" srcOrd="0" destOrd="0" presId="urn:microsoft.com/office/officeart/2009/3/layout/HorizontalOrganizationChart"/>
    <dgm:cxn modelId="{D55A8421-77B2-0741-942A-5DFB7453D9F7}" type="presParOf" srcId="{101F3C8D-BC13-2942-B0CE-0A312FC825B9}" destId="{9D3B77A2-15BC-5F42-9B50-CC0465D467C0}" srcOrd="1" destOrd="0" presId="urn:microsoft.com/office/officeart/2009/3/layout/HorizontalOrganizationChart"/>
    <dgm:cxn modelId="{F65826FA-AC79-134D-A23F-8A6FD36549E0}" type="presParOf" srcId="{41C41F25-BE80-B04B-9BC3-EAF7115D996B}" destId="{4F5DA82B-35FA-5441-801B-B81D6C3F8D46}" srcOrd="1" destOrd="0" presId="urn:microsoft.com/office/officeart/2009/3/layout/HorizontalOrganizationChart"/>
    <dgm:cxn modelId="{A9BEB614-9C72-8041-A5F5-3E1156E1847C}" type="presParOf" srcId="{41C41F25-BE80-B04B-9BC3-EAF7115D996B}" destId="{5D03BAD5-276C-FD4E-99B8-A09A9C58E32C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97C2A-FAD9-41BB-8CC5-8339272753DE}">
      <dsp:nvSpPr>
        <dsp:cNvPr id="0" name=""/>
        <dsp:cNvSpPr/>
      </dsp:nvSpPr>
      <dsp:spPr>
        <a:xfrm>
          <a:off x="0" y="405"/>
          <a:ext cx="7203281" cy="949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B1CC3-0AA4-4548-8561-570B1CE26D78}">
      <dsp:nvSpPr>
        <dsp:cNvPr id="0" name=""/>
        <dsp:cNvSpPr/>
      </dsp:nvSpPr>
      <dsp:spPr>
        <a:xfrm>
          <a:off x="287261" y="214071"/>
          <a:ext cx="522292" cy="522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2DBBB-BBFB-440C-8A2D-09C6615ACCB2}">
      <dsp:nvSpPr>
        <dsp:cNvPr id="0" name=""/>
        <dsp:cNvSpPr/>
      </dsp:nvSpPr>
      <dsp:spPr>
        <a:xfrm>
          <a:off x="1096815" y="405"/>
          <a:ext cx="6106465" cy="949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02" tIns="100502" rIns="100502" bIns="1005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Module 6: Visual Narratives from Real‑World Data</a:t>
          </a:r>
        </a:p>
      </dsp:txBody>
      <dsp:txXfrm>
        <a:off x="1096815" y="405"/>
        <a:ext cx="6106465" cy="949623"/>
      </dsp:txXfrm>
    </dsp:sp>
    <dsp:sp modelId="{F6052566-DA47-4CF3-944E-E39F4F563DDB}">
      <dsp:nvSpPr>
        <dsp:cNvPr id="0" name=""/>
        <dsp:cNvSpPr/>
      </dsp:nvSpPr>
      <dsp:spPr>
        <a:xfrm>
          <a:off x="0" y="1187435"/>
          <a:ext cx="7203281" cy="949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2D570-C8D5-415E-AC9D-6950643EC288}">
      <dsp:nvSpPr>
        <dsp:cNvPr id="0" name=""/>
        <dsp:cNvSpPr/>
      </dsp:nvSpPr>
      <dsp:spPr>
        <a:xfrm>
          <a:off x="287261" y="1401100"/>
          <a:ext cx="522292" cy="5222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215B7-869A-4466-A47E-4ED4AFB308A2}">
      <dsp:nvSpPr>
        <dsp:cNvPr id="0" name=""/>
        <dsp:cNvSpPr/>
      </dsp:nvSpPr>
      <dsp:spPr>
        <a:xfrm>
          <a:off x="1096815" y="1187435"/>
          <a:ext cx="6106465" cy="949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02" tIns="100502" rIns="100502" bIns="1005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Name: Ryan Pursley</a:t>
          </a:r>
        </a:p>
      </dsp:txBody>
      <dsp:txXfrm>
        <a:off x="1096815" y="1187435"/>
        <a:ext cx="6106465" cy="949623"/>
      </dsp:txXfrm>
    </dsp:sp>
    <dsp:sp modelId="{D7381E8D-377F-4C71-A680-C6454F998954}">
      <dsp:nvSpPr>
        <dsp:cNvPr id="0" name=""/>
        <dsp:cNvSpPr/>
      </dsp:nvSpPr>
      <dsp:spPr>
        <a:xfrm>
          <a:off x="0" y="2374464"/>
          <a:ext cx="7203281" cy="949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C92D2-993D-487D-81A4-3483276E6FEF}">
      <dsp:nvSpPr>
        <dsp:cNvPr id="0" name=""/>
        <dsp:cNvSpPr/>
      </dsp:nvSpPr>
      <dsp:spPr>
        <a:xfrm>
          <a:off x="287261" y="2588129"/>
          <a:ext cx="522292" cy="5222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805BE-1DFA-4627-9903-6D47614D48D2}">
      <dsp:nvSpPr>
        <dsp:cNvPr id="0" name=""/>
        <dsp:cNvSpPr/>
      </dsp:nvSpPr>
      <dsp:spPr>
        <a:xfrm>
          <a:off x="1096815" y="2374464"/>
          <a:ext cx="6106465" cy="949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502" tIns="100502" rIns="100502" bIns="10050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Course: Generative AI Data Analyst</a:t>
          </a:r>
        </a:p>
      </dsp:txBody>
      <dsp:txXfrm>
        <a:off x="1096815" y="2374464"/>
        <a:ext cx="6106465" cy="9496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FAFB5F-1407-4E95-A898-37D645670A63}">
      <dsp:nvSpPr>
        <dsp:cNvPr id="0" name=""/>
        <dsp:cNvSpPr/>
      </dsp:nvSpPr>
      <dsp:spPr>
        <a:xfrm>
          <a:off x="0" y="566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6CAFC-E47D-4D0A-AEEB-AFFD199AA69C}">
      <dsp:nvSpPr>
        <dsp:cNvPr id="0" name=""/>
        <dsp:cNvSpPr/>
      </dsp:nvSpPr>
      <dsp:spPr>
        <a:xfrm>
          <a:off x="400679" y="298591"/>
          <a:ext cx="728507" cy="7285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4A457-2FA0-402A-A13D-4C94B75ED702}">
      <dsp:nvSpPr>
        <dsp:cNvPr id="0" name=""/>
        <dsp:cNvSpPr/>
      </dsp:nvSpPr>
      <dsp:spPr>
        <a:xfrm>
          <a:off x="1529865" y="566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Dataset contains smartphone usage and battery performance metrics</a:t>
          </a:r>
        </a:p>
      </dsp:txBody>
      <dsp:txXfrm>
        <a:off x="1529865" y="566"/>
        <a:ext cx="2905212" cy="1324558"/>
      </dsp:txXfrm>
    </dsp:sp>
    <dsp:sp modelId="{3D6B8E93-4EBB-4A80-B7CD-942AF66B9AA1}">
      <dsp:nvSpPr>
        <dsp:cNvPr id="0" name=""/>
        <dsp:cNvSpPr/>
      </dsp:nvSpPr>
      <dsp:spPr>
        <a:xfrm>
          <a:off x="0" y="1656264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5FF3C-0B49-4A43-8DB3-9679B5292AE0}">
      <dsp:nvSpPr>
        <dsp:cNvPr id="0" name=""/>
        <dsp:cNvSpPr/>
      </dsp:nvSpPr>
      <dsp:spPr>
        <a:xfrm>
          <a:off x="400679" y="1954290"/>
          <a:ext cx="728507" cy="7285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92414-A3AD-4807-AAB4-A76B883ED31B}">
      <dsp:nvSpPr>
        <dsp:cNvPr id="0" name=""/>
        <dsp:cNvSpPr/>
      </dsp:nvSpPr>
      <dsp:spPr>
        <a:xfrm>
          <a:off x="1529865" y="1656264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Variables include CPU usage, screen brightness, RAM usage, temperature, and battery drain</a:t>
          </a:r>
        </a:p>
      </dsp:txBody>
      <dsp:txXfrm>
        <a:off x="1529865" y="1656264"/>
        <a:ext cx="2905212" cy="1324558"/>
      </dsp:txXfrm>
    </dsp:sp>
    <dsp:sp modelId="{98620318-D0D0-4FF8-B36F-3542B8D1046E}">
      <dsp:nvSpPr>
        <dsp:cNvPr id="0" name=""/>
        <dsp:cNvSpPr/>
      </dsp:nvSpPr>
      <dsp:spPr>
        <a:xfrm>
          <a:off x="0" y="3311963"/>
          <a:ext cx="4435078" cy="13245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17112-D27B-4C32-A2ED-56BB270EB0C1}">
      <dsp:nvSpPr>
        <dsp:cNvPr id="0" name=""/>
        <dsp:cNvSpPr/>
      </dsp:nvSpPr>
      <dsp:spPr>
        <a:xfrm>
          <a:off x="400679" y="3609988"/>
          <a:ext cx="728507" cy="7285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DB548-0848-479B-8248-8E306FC28BDF}">
      <dsp:nvSpPr>
        <dsp:cNvPr id="0" name=""/>
        <dsp:cNvSpPr/>
      </dsp:nvSpPr>
      <dsp:spPr>
        <a:xfrm>
          <a:off x="1529865" y="3311963"/>
          <a:ext cx="2905212" cy="1324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82" tIns="140182" rIns="140182" bIns="14018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Goal: Identify factors that contribute most to smartphone battery consumption</a:t>
          </a:r>
        </a:p>
      </dsp:txBody>
      <dsp:txXfrm>
        <a:off x="1529865" y="3311963"/>
        <a:ext cx="2905212" cy="13245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46F39-87AD-6B47-9237-49E8C3A52BE0}">
      <dsp:nvSpPr>
        <dsp:cNvPr id="0" name=""/>
        <dsp:cNvSpPr/>
      </dsp:nvSpPr>
      <dsp:spPr>
        <a:xfrm>
          <a:off x="766610" y="4312"/>
          <a:ext cx="2901857" cy="88506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Higher CPU usage increases battery drain</a:t>
          </a:r>
        </a:p>
      </dsp:txBody>
      <dsp:txXfrm>
        <a:off x="766610" y="4312"/>
        <a:ext cx="2901857" cy="885066"/>
      </dsp:txXfrm>
    </dsp:sp>
    <dsp:sp modelId="{03C55A9F-64E3-CE4B-B94C-DAA3750DA0F6}">
      <dsp:nvSpPr>
        <dsp:cNvPr id="0" name=""/>
        <dsp:cNvSpPr/>
      </dsp:nvSpPr>
      <dsp:spPr>
        <a:xfrm>
          <a:off x="766610" y="1252111"/>
          <a:ext cx="2901857" cy="88506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Screen brightness also contributes to battery consumption</a:t>
          </a:r>
        </a:p>
      </dsp:txBody>
      <dsp:txXfrm>
        <a:off x="766610" y="1252111"/>
        <a:ext cx="2901857" cy="885066"/>
      </dsp:txXfrm>
    </dsp:sp>
    <dsp:sp modelId="{464A78E0-1CAF-4749-AC41-4A8A73D4D830}">
      <dsp:nvSpPr>
        <dsp:cNvPr id="0" name=""/>
        <dsp:cNvSpPr/>
      </dsp:nvSpPr>
      <dsp:spPr>
        <a:xfrm>
          <a:off x="766610" y="2499910"/>
          <a:ext cx="2901857" cy="88506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Gaming and streaming are the most battery‑intensive activities</a:t>
          </a:r>
        </a:p>
      </dsp:txBody>
      <dsp:txXfrm>
        <a:off x="766610" y="2499910"/>
        <a:ext cx="2901857" cy="885066"/>
      </dsp:txXfrm>
    </dsp:sp>
    <dsp:sp modelId="{B409433C-05C2-3A46-8391-D9CA09378B0B}">
      <dsp:nvSpPr>
        <dsp:cNvPr id="0" name=""/>
        <dsp:cNvSpPr/>
      </dsp:nvSpPr>
      <dsp:spPr>
        <a:xfrm>
          <a:off x="766610" y="3747708"/>
          <a:ext cx="2901857" cy="88506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Managing settings and usage habits can help extend battery life</a:t>
          </a:r>
        </a:p>
      </dsp:txBody>
      <dsp:txXfrm>
        <a:off x="766610" y="3747708"/>
        <a:ext cx="2901857" cy="885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82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49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15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83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4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0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503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83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5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/>
              <a:t>Smartphone Battery Drain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C3B58F-0F68-780F-B91E-72A0F3BFD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128544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t>Dataset Overview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44FF55-D4C9-5A48-1605-BBCA6DAA3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364869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38CBB2-04B5-4ED2-92CA-ABA779049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ECE436-E5C5-4600-9DAE-6A66A788E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416103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4162768" cy="1049235"/>
          </a:xfrm>
        </p:spPr>
        <p:txBody>
          <a:bodyPr>
            <a:normAutofit/>
          </a:bodyPr>
          <a:lstStyle/>
          <a:p>
            <a:r>
              <a:t>Exploratory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1BF76C-52E4-494B-86F2-4CBAC20E3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4162768" cy="3450613"/>
          </a:xfrm>
        </p:spPr>
        <p:txBody>
          <a:bodyPr>
            <a:normAutofit/>
          </a:bodyPr>
          <a:lstStyle/>
          <a:p>
            <a:r>
              <a:t>Examined summary statistics, correlations, and data types</a:t>
            </a:r>
          </a:p>
          <a:p>
            <a:r>
              <a:t>Looked for trends between device performance metrics and battery drain</a:t>
            </a:r>
          </a:p>
          <a:p>
            <a:r>
              <a:t>Visualizations were created to better understand patterns in the data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703AE-95DE-4C43-8272-BB33A5AD4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041" y="482171"/>
            <a:ext cx="3055899" cy="5149101"/>
            <a:chOff x="7463259" y="583365"/>
            <a:chExt cx="4074533" cy="518192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FF4B413-F360-4A9A-8F55-79C396170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074533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29C2B7-6BA1-4DC0-8ED1-044AFBE47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345028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graph of a distribution of screen time&#10;&#10;AI-generated content may be incorrect.">
            <a:extLst>
              <a:ext uri="{FF2B5EF4-FFF2-40B4-BE49-F238E27FC236}">
                <a16:creationId xmlns:a16="http://schemas.microsoft.com/office/drawing/2014/main" id="{C16EB2F1-5ADE-AF6F-4290-A004648C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32" r="1169" b="-8"/>
          <a:stretch>
            <a:fillRect/>
          </a:stretch>
        </p:blipFill>
        <p:spPr>
          <a:xfrm>
            <a:off x="6087279" y="1116344"/>
            <a:ext cx="2099328" cy="1850789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405C5CB-A0F7-55C2-9132-7375079F9E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" b="95"/>
          <a:stretch>
            <a:fillRect/>
          </a:stretch>
        </p:blipFill>
        <p:spPr>
          <a:xfrm>
            <a:off x="6087279" y="3131726"/>
            <a:ext cx="2099328" cy="18507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24E7C2-F39B-4280-9B81-F15BBD93C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81DAA9-C4BA-4BB3-8F4B-3BC4B43EB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/>
              <a:t>CPU Usage vs Battery Drain</a:t>
            </a:r>
          </a:p>
        </p:txBody>
      </p:sp>
      <p:pic>
        <p:nvPicPr>
          <p:cNvPr id="5" name="Picture 4" descr="A diagram of a blue ball&#10;&#10;AI-generated content may be incorrect.">
            <a:extLst>
              <a:ext uri="{FF2B5EF4-FFF2-40B4-BE49-F238E27FC236}">
                <a16:creationId xmlns:a16="http://schemas.microsoft.com/office/drawing/2014/main" id="{431EC141-2754-5830-E841-2D61D3F64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84" y="2234306"/>
            <a:ext cx="3720332" cy="301346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224" y="2015734"/>
            <a:ext cx="3121916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Scatter plot visualization compares CPU usage with battery drop per hour</a:t>
            </a:r>
          </a:p>
          <a:p>
            <a:pPr>
              <a:lnSpc>
                <a:spcPct val="110000"/>
              </a:lnSpc>
            </a:pPr>
            <a:r>
              <a:rPr lang="en-US"/>
              <a:t>Higher CPU activity tends to correlate with faster battery consumption</a:t>
            </a:r>
          </a:p>
          <a:p>
            <a:pPr>
              <a:lnSpc>
                <a:spcPct val="110000"/>
              </a:lnSpc>
            </a:pPr>
            <a:r>
              <a:rPr lang="en-US"/>
              <a:t>Resource‑heavy applications increase device workload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Battery Drain by Usage Mode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C387148-4B24-CDDF-360E-0A6CA0E3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76" y="2047706"/>
            <a:ext cx="4604227" cy="341863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07" y="2015731"/>
            <a:ext cx="3121916" cy="3450613"/>
          </a:xfrm>
        </p:spPr>
        <p:txBody>
          <a:bodyPr>
            <a:normAutofit/>
          </a:bodyPr>
          <a:lstStyle/>
          <a:p>
            <a:r>
              <a:rPr dirty="0"/>
              <a:t>Box plot compares battery drain across different activities</a:t>
            </a:r>
          </a:p>
          <a:p>
            <a:r>
              <a:rPr dirty="0"/>
              <a:t>Gaming and streaming show higher battery consumption</a:t>
            </a:r>
          </a:p>
          <a:p>
            <a:r>
              <a:rPr dirty="0"/>
              <a:t>Browsing and messaging typically use less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sz="2700"/>
              <a:t>Key Insights and Conclusion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83F5DF-4BD3-ACE2-106A-5BAAB3B00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09452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190</Words>
  <Application>Microsoft Macintosh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Smartphone Battery Drain Analysis</vt:lpstr>
      <vt:lpstr>Dataset Overview</vt:lpstr>
      <vt:lpstr>Exploratory Data Analysis</vt:lpstr>
      <vt:lpstr>CPU Usage vs Battery Drain</vt:lpstr>
      <vt:lpstr>Battery Drain by Usage Mode</vt:lpstr>
      <vt:lpstr>Key Insights and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Pursley</cp:lastModifiedBy>
  <cp:revision>2</cp:revision>
  <dcterms:created xsi:type="dcterms:W3CDTF">2013-01-27T09:14:16Z</dcterms:created>
  <dcterms:modified xsi:type="dcterms:W3CDTF">2026-03-05T21:07:11Z</dcterms:modified>
  <cp:category/>
</cp:coreProperties>
</file>